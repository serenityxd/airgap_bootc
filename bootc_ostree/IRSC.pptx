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8288000" cy="10287000"/>
  <p:notesSz cx="6858000" cy="9144000"/>
  <p:embeddedFontLst>
    <p:embeddedFont>
      <p:font typeface="Canva Sans Bold" charset="1" panose="020B0803030501040103"/>
      <p:regular r:id="rId7"/>
    </p:embeddedFont>
    <p:embeddedFont>
      <p:font typeface="Canva Sans" charset="1" panose="020B0503030501040103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018964" y="206995"/>
            <a:ext cx="11983778" cy="7080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65"/>
              </a:lnSpc>
            </a:pPr>
            <a:r>
              <a:rPr lang="en-US" sz="418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Uniform and Automated Deployment in SCVU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43932" y="1163198"/>
            <a:ext cx="14375759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Problem Statement: "How do you ensure uniform software deployment across diverse machines in air-gapped environments without spending hours configuring each one?"</a:t>
            </a:r>
          </a:p>
          <a:p>
            <a:pPr algn="l">
              <a:lnSpc>
                <a:spcPts val="3500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5262518" y="1363591"/>
            <a:ext cx="2528235" cy="2944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Uses and Includes:</a:t>
            </a:r>
          </a:p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Desktop</a:t>
            </a:r>
          </a:p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Development Tools</a:t>
            </a:r>
          </a:p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ML/Data Science</a:t>
            </a:r>
          </a:p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Graphics</a:t>
            </a:r>
          </a:p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Multimedia</a:t>
            </a:r>
          </a:p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Windows Emulation</a:t>
            </a:r>
          </a:p>
          <a:p>
            <a:pPr algn="ctr">
              <a:lnSpc>
                <a:spcPts val="2934"/>
              </a:lnSpc>
            </a:pPr>
            <a:r>
              <a:rPr lang="en-US" sz="209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Others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39238" y="4819967"/>
            <a:ext cx="9525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443932" y="2039498"/>
            <a:ext cx="7253971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So</a:t>
            </a: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lution: Bootc (Bootable Containers)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07255" y="2351049"/>
            <a:ext cx="3093244" cy="61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73"/>
              </a:lnSpc>
            </a:pPr>
            <a:r>
              <a:rPr lang="en-US" sz="3624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What is Bootc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7255" y="2982614"/>
            <a:ext cx="10853713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Bootc combines the use of Operating Systems (OS) and containers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07255" y="3395222"/>
            <a:ext cx="10853713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Whole OS (desktop, apps, configs) are combined into a single image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7255" y="3879339"/>
            <a:ext cx="7752426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This image is </a:t>
            </a:r>
            <a:r>
              <a:rPr lang="en-US" sz="25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atomically</a:t>
            </a: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deployed to machines.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43932" y="4353930"/>
            <a:ext cx="3019425" cy="61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73"/>
              </a:lnSpc>
            </a:pPr>
            <a:r>
              <a:rPr lang="en-US" sz="3624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Key Features: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07255" y="5058205"/>
            <a:ext cx="5194664" cy="1746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Easy Rollbacks and Updates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Immutable Root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Container-based builds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Fast deployment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7255" y="6890179"/>
            <a:ext cx="3233420" cy="61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73"/>
              </a:lnSpc>
            </a:pPr>
            <a:r>
              <a:rPr lang="en-US" sz="3624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How it is used: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07255" y="7550601"/>
            <a:ext cx="4651140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Two Phases:  Build &amp; Deploy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07255" y="8068126"/>
            <a:ext cx="4059657" cy="2184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Build: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Fetching Offline Packages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Build Image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Export to OCI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Compose ISO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466912" y="8030026"/>
            <a:ext cx="2972608" cy="1746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Deploy: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Flash USB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Interactive Install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Post-install Scripts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834112" y="4450166"/>
            <a:ext cx="3980656" cy="61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73"/>
              </a:lnSpc>
            </a:pPr>
            <a:r>
              <a:rPr lang="en-US" sz="3624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Value Proposition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834112" y="5058205"/>
            <a:ext cx="7256860" cy="2622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Reproducible: Same system, image, time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Offline: Works on air-gapped (Deploy mainly)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Fast: Only ISO and minor post-install steps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Customizable: Add anything required in the containerfile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Support: Same system, less to troubleshoot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236683" y="4450166"/>
            <a:ext cx="2452529" cy="61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73"/>
              </a:lnSpc>
            </a:pPr>
            <a:r>
              <a:rPr lang="en-US" sz="3624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Drawbacks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236683" y="5086350"/>
            <a:ext cx="4651140" cy="2184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Large ISO: Slow to transfer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Hardware: manual tweaks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Immutable Root: Limit install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Learning Curve: Linux lmao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Offline Package Staleness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631812" y="7785540"/>
            <a:ext cx="2432050" cy="61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73"/>
              </a:lnSpc>
            </a:pPr>
            <a:r>
              <a:rPr lang="en-US" sz="3624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Next Steps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631812" y="8356600"/>
            <a:ext cx="5194664" cy="13080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Pilot Program on new trainees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Create variants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Mass deployment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016976" y="7690279"/>
            <a:ext cx="2525713" cy="61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73"/>
              </a:lnSpc>
            </a:pPr>
            <a:r>
              <a:rPr lang="en-US" sz="3624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Conclusion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016976" y="8318951"/>
            <a:ext cx="5194664" cy="13080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Streamline, automated workflow: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Deploy Faster, Consistently, Securely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DAG615mZffU</dc:identifier>
  <dcterms:modified xsi:type="dcterms:W3CDTF">2011-08-01T06:04:30Z</dcterms:modified>
  <cp:revision>1</cp:revision>
  <dc:title>Add a heading</dc:title>
</cp:coreProperties>
</file>